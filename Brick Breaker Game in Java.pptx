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7" r:id="rId6"/>
    <p:sldId id="266" r:id="rId7"/>
    <p:sldId id="268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F7180-2AE6-4F48-9FA0-116F1A212BD8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FEE0F-1A8D-4351-AAC8-8CEB4E736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7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08AF-54AB-1006-3F4C-E3C21D8B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7CD52-C383-230F-85DD-1DCCAE41B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41445-7A2D-EA8D-6E37-5FA89D79D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41EB5-0931-0F2D-16FC-9B8E8BDB84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31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2AED-D5CC-53FB-9330-1F3D899D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6D748-8536-1D12-667B-0CD7C7B61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A853E-3664-FC0D-85BD-60394D63B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A714B-FD66-AE7A-682C-25201337E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29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4C1BB2-0504-436D-ADF8-19F34463945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3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ACE7-7D10-EC24-B12C-329B4C0AD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DE8C9-DF8B-8C06-D5CD-91F449C68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19A6C-E2C5-2883-11B5-C907AD7D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5637B-2BF9-B7A5-625E-6985CB4A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13705-9F52-ADED-9785-4316EE601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32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B18F-479A-2D93-F018-211E503C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1032E-3A86-1E1D-7C16-B98EB17D2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B820C-25FC-0FD9-799C-66CC67410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885B0-13BC-3BF6-B414-C5DF90D0A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3D6D2-89D4-FCFC-B20D-730EF2FD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898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9BD1-BEA0-F54E-AD25-B6C0E529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AFC24-3CCF-78B8-8F17-8BB36754C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4355-CEEC-51C8-2CFC-087D4EDC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D74E6-9AF3-F4C6-9775-A1A4E064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62BBF-0B15-C1A5-4CEE-DC94B8FA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3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27AA-733E-9A27-AF48-F4300F2C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6BFB-9713-623A-7585-8D70E22AB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0FCAD-5252-0461-91CC-CA320E635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F2641-E75C-F5D5-A1E1-48B34B8D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A737D-C2CE-0259-AA2F-D37920C0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767E8-D5D2-07A5-55E7-FC2C1826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42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64D7-47BD-6F76-F6D4-716611FF0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99DA2-3525-3816-944D-DBCCC322F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0C64F-27BC-D070-887D-FB9F05D32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D26BDB-E4C0-0808-B671-D72071A2C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DFD84-89B6-DD15-D106-AF5F68D12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1A58C-10BC-9290-DF86-7638D445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5ACC33-F9D3-B84F-82E8-5E2A82DF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829832-2465-FB76-968B-07568EA2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58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2649-1933-7EE5-2513-D46C8EBB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325C2-39A3-17E3-B17B-65369C45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05D7F-38B8-B757-5D72-87E1AC72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79260-F727-C850-916F-139FE71A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08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54B04E-A612-1FDD-A6E4-FBD8FCD1E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E5EA6-AE1B-3DD2-B93A-B911B679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8541E-B907-A20D-ECAA-A69755B7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24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AD66-CBB6-130C-A414-05DC6AA05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5A519-4B6E-DC50-A87A-00F9C9428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0C51A-3B4E-682B-4DBF-EF032396C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4CDE9-002F-CE0E-4831-2CF89EC0B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5BF52-7CBB-0BA6-109B-EEEEA1ED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BB47E-49A6-F29A-11B1-5A5A984A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91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49B5-3AA9-DDDA-5915-415206B1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10031-4347-50CD-7149-77E2BAE27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0D05D-CA46-02B9-444E-12E0AF2A6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60554-B525-07FC-AA82-917DA325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B7912-BE76-AE13-D018-0376FEF9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5284D-52C5-7894-5250-3D32E668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77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BA46-B175-06BA-3C6A-FDCBD420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A4BD1-7D6A-1535-73D1-D53E6B07E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72468-E38A-E478-08F0-EC5B4470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A15F3-EBF6-81FF-2662-80C30FE7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DCEDF-94D3-1E34-5A0D-265CF487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99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7090D-41F4-425E-91C8-B749BB5B3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65674-168D-31BF-DC4B-B38DADFCF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37ED-A88A-A30A-83E1-BFA0C36D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85C9C-7ED3-1F39-6E12-E088655D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D92A9-CFA9-2A08-4607-988111A8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11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9B42C-DBED-CB0B-3ABE-0F5D687A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F1705-3859-5758-0BB2-17A33BB96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9B661-3517-7D78-83FD-E5C8B61C4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8ED4A-512D-41D0-A751-E1640C508F4F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A754B-A4B8-E62B-16EB-2380A6FB5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90C39-6E56-0763-E1B5-AA037BC40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5EE3-2810-4C2B-BBA0-65DBD7123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4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Brick Breaker Game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2362200"/>
            <a:ext cx="7696200" cy="4038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:Nithishkumar 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Number 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EBEON03251076632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2024-14789</a:t>
            </a:r>
          </a:p>
        </p:txBody>
      </p:sp>
    </p:spTree>
    <p:extLst>
      <p:ext uri="{BB962C8B-B14F-4D97-AF65-F5344CB8AC3E}">
        <p14:creationId xmlns:p14="http://schemas.microsoft.com/office/powerpoint/2010/main" val="1857419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1752600"/>
            <a:ext cx="7696200" cy="4648200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replicates the popular Brick Breaker game.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player controls a paddle to bounce a ball and break all the bricks.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Java Swing and Object-Oriented Programming concepts.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GUI programming and game loop logic.</a:t>
            </a:r>
          </a:p>
        </p:txBody>
      </p:sp>
    </p:spTree>
    <p:extLst>
      <p:ext uri="{BB962C8B-B14F-4D97-AF65-F5344CB8AC3E}">
        <p14:creationId xmlns:p14="http://schemas.microsoft.com/office/powerpoint/2010/main" val="1992597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and implement: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handling using Scanner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Conditionals (if/else)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(do-while)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classes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concepts (inheritance)</a:t>
            </a:r>
          </a:p>
        </p:txBody>
      </p:sp>
    </p:spTree>
    <p:extLst>
      <p:ext uri="{BB962C8B-B14F-4D97-AF65-F5344CB8AC3E}">
        <p14:creationId xmlns:p14="http://schemas.microsoft.com/office/powerpoint/2010/main" val="166043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286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1600200"/>
            <a:ext cx="7696200" cy="46482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GameMain.java: 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The entry point of the game.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Initializes the game window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Sets up the game panel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GamePlay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Controls the main game loop and window settings.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Methods: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main(String[] 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Starts the game by initializing the window.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setupGameWindow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Configures the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settings.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2917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C448-D15B-451E-BEEC-CBA5E444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14A3B-102E-A0B1-D178-D1B2FB183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286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C8AF2-23FF-19B8-11A8-D7B64E9E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1600200"/>
            <a:ext cx="7696200" cy="46482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5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MapGenerator</a:t>
            </a:r>
            <a:r>
              <a:rPr 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.java: 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Generates and manages the layout of the game bricks.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Creates a grid of bricks using a 2D array.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Handles brick destruction when the ball hits a brick.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Methods: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generateMap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Initializes the map with a set number of rows and columns of bricks.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draw(Graphics g)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Renders the bricks on the game screen.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destroyBrick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row, int col)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Marks a brick as destroyed when hit by the ball.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9467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4D47-ECCF-D984-0FE7-1467FF32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D88A9-985D-5BEF-2B66-31EDCDB76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87244-6EEE-F364-09C0-BFB37FAD6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1600200"/>
            <a:ext cx="8610600" cy="4800600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GamePlay.java</a:t>
            </a:r>
            <a:r>
              <a:rPr 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The heart of the game logic.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Responsibilities: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Handles all gameplay features including ball movement, paddle control, brick collisions, scoring, and win/loss conditions.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Continuously updates the game state.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Methods:</a:t>
            </a:r>
          </a:p>
          <a:p>
            <a:pPr algn="l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paintComponent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(Graphics g)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Draws the game elements (ball, paddle, bricks) on the screen.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moveBall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Updates the ball's position and checks for collisions.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keyPressed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KeyEvent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Handles paddle movement based on user input.</a:t>
            </a:r>
          </a:p>
          <a:p>
            <a:pPr algn="l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checkCollisions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collisions between the ball, paddle, and bricks.</a:t>
            </a:r>
          </a:p>
        </p:txBody>
      </p:sp>
    </p:spTree>
    <p:extLst>
      <p:ext uri="{BB962C8B-B14F-4D97-AF65-F5344CB8AC3E}">
        <p14:creationId xmlns:p14="http://schemas.microsoft.com/office/powerpoint/2010/main" val="971237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Interactive Paddle Control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Dynamic Brick Layout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Collision Detection Logic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Win/Loss Restart</a:t>
            </a:r>
          </a:p>
        </p:txBody>
      </p:sp>
    </p:spTree>
    <p:extLst>
      <p:ext uri="{BB962C8B-B14F-4D97-AF65-F5344CB8AC3E}">
        <p14:creationId xmlns:p14="http://schemas.microsoft.com/office/powerpoint/2010/main" val="772082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1752600"/>
            <a:ext cx="7696200" cy="4648200"/>
          </a:xfrm>
        </p:spPr>
        <p:txBody>
          <a:bodyPr>
            <a:normAutofit/>
          </a:bodyPr>
          <a:lstStyle/>
          <a:p>
            <a:pPr algn="l"/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GameMain.java - main method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endParaRPr lang="en-US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17D73-8B06-930D-58AD-1CB6FF638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419119"/>
            <a:ext cx="6077798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9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1700" y="-243729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/>
          </a:p>
          <a:p>
            <a:pPr algn="l"/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AFDF6-C299-5EF5-04F5-5FF496D6B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344145"/>
            <a:ext cx="2902892" cy="2507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E2BFC6-1DA7-5C39-A747-622A8EE960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910" y="1326541"/>
            <a:ext cx="2902892" cy="2507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1196CC-BECD-7380-7DF5-7E35C5EF6D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55" y="3969498"/>
            <a:ext cx="2902891" cy="250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2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of: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Java syntax and control structures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Object-oriented design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Real-world application logic</a:t>
            </a:r>
          </a:p>
          <a:p>
            <a:pPr algn="l"/>
            <a:endParaRPr lang="en-US" sz="2800" dirty="0"/>
          </a:p>
          <a:p>
            <a:pPr algn="l"/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035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Multiple Difficulty Levels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Power-ups &amp; Special Items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Enhanced Graphics &amp; Animations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Leaderboard &amp; Scoring System</a:t>
            </a:r>
          </a:p>
        </p:txBody>
      </p:sp>
    </p:spTree>
    <p:extLst>
      <p:ext uri="{BB962C8B-B14F-4D97-AF65-F5344CB8AC3E}">
        <p14:creationId xmlns:p14="http://schemas.microsoft.com/office/powerpoint/2010/main" val="3594302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8100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900" y="1752600"/>
            <a:ext cx="7696200" cy="46482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simple project with powerful impact for Java learners.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Demonstrates the power of object-oriented programming in real applications.</a:t>
            </a:r>
          </a:p>
          <a:p>
            <a:pPr algn="l"/>
            <a:endParaRPr lang="en-US" sz="2800" dirty="0"/>
          </a:p>
          <a:p>
            <a:pPr algn="l"/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947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Widescreen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Brick Breaker Game in Java</vt:lpstr>
      <vt:lpstr>Project Overview</vt:lpstr>
      <vt:lpstr>Objectives</vt:lpstr>
      <vt:lpstr>Project Architecture</vt:lpstr>
      <vt:lpstr>Project Architecture</vt:lpstr>
      <vt:lpstr>Project Architecture</vt:lpstr>
      <vt:lpstr>Key Features</vt:lpstr>
      <vt:lpstr>Code Snippets</vt:lpstr>
      <vt:lpstr>Output Demo</vt:lpstr>
      <vt:lpstr>Learning Outcomes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Nithish Kumar</dc:creator>
  <cp:keywords>BrickBreakerGame</cp:keywords>
  <cp:lastModifiedBy>Nithish Kumar</cp:lastModifiedBy>
  <cp:revision>2</cp:revision>
  <dcterms:created xsi:type="dcterms:W3CDTF">2025-05-03T11:59:07Z</dcterms:created>
  <dcterms:modified xsi:type="dcterms:W3CDTF">2025-05-03T12:01:44Z</dcterms:modified>
</cp:coreProperties>
</file>