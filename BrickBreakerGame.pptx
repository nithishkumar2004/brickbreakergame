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7" r:id="rId6"/>
    <p:sldId id="266" r:id="rId7"/>
    <p:sldId id="260" r:id="rId8"/>
    <p:sldId id="261" r:id="rId9"/>
    <p:sldId id="262" r:id="rId10"/>
    <p:sldId id="263" r:id="rId11"/>
    <p:sldId id="264" r:id="rId12"/>
    <p:sldId id="265" r:id="rId13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1594" y="6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9EF00A3-FC3B-415C-9BF1-BCE782A291C2}" type="datetimeFigureOut">
              <a:rPr lang="en-US" smtClean="0"/>
              <a:t>5/3/2025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74C1BB2-0504-436D-ADF8-19F3446394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64958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74C1BB2-0504-436D-ADF8-19F344639454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533824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74C1BB2-0504-436D-ADF8-19F344639454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533824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74C1BB2-0504-436D-ADF8-19F344639454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533824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74C1BB2-0504-436D-ADF8-19F344639454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533824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D308AF-54AB-1006-3F4C-E3C21D8B8D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AE7CD52-C383-230F-85DD-1DCCAE41B3D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E641445-7A2D-EA8D-6E37-5FA89D79DB1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AF41EB5-0931-0F2D-16FC-9B8E8BDB84A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74C1BB2-0504-436D-ADF8-19F344639454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553193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612AED-D5CC-53FB-9330-1F3D899D39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2A6D748-8536-1D12-667B-0CD7C7B6165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80A853E-3664-FC0D-85BD-60394D63BD7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93A714B-FD66-AE7A-682C-25201337EA0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74C1BB2-0504-436D-ADF8-19F344639454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342900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74C1BB2-0504-436D-ADF8-19F344639454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533824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74C1BB2-0504-436D-ADF8-19F344639454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533824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74C1BB2-0504-436D-ADF8-19F344639454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533824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74C1BB2-0504-436D-ADF8-19F344639454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533824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74C1BB2-0504-436D-ADF8-19F344639454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533824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74C1BB2-0504-436D-ADF8-19F344639454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533824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110960-DB03-4245-A479-ECBFE261A199}" type="datetimeFigureOut">
              <a:rPr lang="en-US" smtClean="0"/>
              <a:t>5/3/2025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428EDF-CB70-4BD0-9515-922BBA7F62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93722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110960-DB03-4245-A479-ECBFE261A199}" type="datetimeFigureOut">
              <a:rPr lang="en-US" smtClean="0"/>
              <a:t>5/3/2025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428EDF-CB70-4BD0-9515-922BBA7F62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44111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110960-DB03-4245-A479-ECBFE261A199}" type="datetimeFigureOut">
              <a:rPr lang="en-US" smtClean="0"/>
              <a:t>5/3/2025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428EDF-CB70-4BD0-9515-922BBA7F62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44536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110960-DB03-4245-A479-ECBFE261A199}" type="datetimeFigureOut">
              <a:rPr lang="en-US" smtClean="0"/>
              <a:t>5/3/2025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428EDF-CB70-4BD0-9515-922BBA7F62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09018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110960-DB03-4245-A479-ECBFE261A199}" type="datetimeFigureOut">
              <a:rPr lang="en-US" smtClean="0"/>
              <a:t>5/3/2025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428EDF-CB70-4BD0-9515-922BBA7F62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71441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110960-DB03-4245-A479-ECBFE261A199}" type="datetimeFigureOut">
              <a:rPr lang="en-US" smtClean="0"/>
              <a:t>5/3/2025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428EDF-CB70-4BD0-9515-922BBA7F62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05244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110960-DB03-4245-A479-ECBFE261A199}" type="datetimeFigureOut">
              <a:rPr lang="en-US" smtClean="0"/>
              <a:t>5/3/2025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428EDF-CB70-4BD0-9515-922BBA7F62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76819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110960-DB03-4245-A479-ECBFE261A199}" type="datetimeFigureOut">
              <a:rPr lang="en-US" smtClean="0"/>
              <a:t>5/3/2025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428EDF-CB70-4BD0-9515-922BBA7F62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63438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110960-DB03-4245-A479-ECBFE261A199}" type="datetimeFigureOut">
              <a:rPr lang="en-US" smtClean="0"/>
              <a:t>5/3/2025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428EDF-CB70-4BD0-9515-922BBA7F62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68812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110960-DB03-4245-A479-ECBFE261A199}" type="datetimeFigureOut">
              <a:rPr lang="en-US" smtClean="0"/>
              <a:t>5/3/2025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428EDF-CB70-4BD0-9515-922BBA7F62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96828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110960-DB03-4245-A479-ECBFE261A199}" type="datetimeFigureOut">
              <a:rPr lang="en-US" smtClean="0"/>
              <a:t>5/3/2025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428EDF-CB70-4BD0-9515-922BBA7F62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39956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110960-DB03-4245-A479-ECBFE261A199}" type="datetimeFigureOut">
              <a:rPr lang="en-US" smtClean="0"/>
              <a:t>5/3/2025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7428EDF-CB70-4BD0-9515-922BBA7F62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87571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jpeg"/><Relationship Id="rId4" Type="http://schemas.openxmlformats.org/officeDocument/2006/relationships/image" Target="../media/image3.jpe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381000"/>
            <a:ext cx="7772400" cy="1470025"/>
          </a:xfrm>
        </p:spPr>
        <p:txBody>
          <a:bodyPr>
            <a:normAutofit/>
          </a:bodyPr>
          <a:lstStyle/>
          <a:p>
            <a:r>
              <a:rPr lang="en-US" b="1" dirty="0"/>
              <a:t>Brick Breaker Game in Java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23900" y="2362200"/>
            <a:ext cx="7696200" cy="4038600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Name :Nithishkumar S</a:t>
            </a:r>
            <a:endParaRPr lang="en-US" sz="2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sz="2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Enrollment Number :</a:t>
            </a:r>
            <a:r>
              <a:rPr 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EBEON03251076632</a:t>
            </a:r>
            <a:endParaRPr lang="en-US" sz="28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sz="2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Batch :</a:t>
            </a:r>
            <a:r>
              <a:rPr 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2024-14789</a:t>
            </a:r>
          </a:p>
        </p:txBody>
      </p:sp>
    </p:spTree>
    <p:extLst>
      <p:ext uri="{BB962C8B-B14F-4D97-AF65-F5344CB8AC3E}">
        <p14:creationId xmlns:p14="http://schemas.microsoft.com/office/powerpoint/2010/main" val="18574193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381000"/>
            <a:ext cx="7772400" cy="1470025"/>
          </a:xfrm>
        </p:spPr>
        <p:txBody>
          <a:bodyPr>
            <a:norm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Overview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23900" y="1752600"/>
            <a:ext cx="7696200" cy="4648200"/>
          </a:xfrm>
        </p:spPr>
        <p:txBody>
          <a:bodyPr/>
          <a:lstStyle/>
          <a:p>
            <a:pPr marL="342900" indent="-3429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This project replicates the popular Brick Breaker game.</a:t>
            </a:r>
          </a:p>
          <a:p>
            <a:pPr marL="342900" indent="-3429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player controls a paddle to bounce a ball and break all the bricks.</a:t>
            </a:r>
          </a:p>
          <a:p>
            <a:pPr marL="342900" indent="-3429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Built using Java Swing and Object-Oriented Programming concepts.</a:t>
            </a:r>
          </a:p>
          <a:p>
            <a:pPr marL="342900" indent="-3429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Demonstrates GUI programming and game loop logic.</a:t>
            </a:r>
          </a:p>
        </p:txBody>
      </p:sp>
    </p:spTree>
    <p:extLst>
      <p:ext uri="{BB962C8B-B14F-4D97-AF65-F5344CB8AC3E}">
        <p14:creationId xmlns:p14="http://schemas.microsoft.com/office/powerpoint/2010/main" val="19925976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381000"/>
            <a:ext cx="7772400" cy="1470025"/>
          </a:xfrm>
        </p:spPr>
        <p:txBody>
          <a:bodyPr>
            <a:norm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23900" y="1752600"/>
            <a:ext cx="7696200" cy="4648200"/>
          </a:xfrm>
        </p:spPr>
        <p:txBody>
          <a:bodyPr>
            <a:normAutofit/>
          </a:bodyPr>
          <a:lstStyle/>
          <a:p>
            <a:pPr algn="l">
              <a:lnSpc>
                <a:spcPct val="150000"/>
              </a:lnSpc>
            </a:pPr>
            <a:r>
              <a:rPr lang="en-US" sz="2800" b="1" u="sng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Understand and implement:</a:t>
            </a:r>
          </a:p>
          <a:p>
            <a:pPr marL="457200" indent="-457200" algn="l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Input handling using Scanner</a:t>
            </a:r>
          </a:p>
          <a:p>
            <a:pPr marL="457200" indent="-457200" algn="l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Conditionals (if/else)</a:t>
            </a:r>
          </a:p>
          <a:p>
            <a:pPr marL="457200" indent="-457200" algn="l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Loops (do-while)</a:t>
            </a:r>
          </a:p>
          <a:p>
            <a:pPr marL="457200" indent="-457200" algn="l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Methods and classes</a:t>
            </a:r>
          </a:p>
          <a:p>
            <a:pPr marL="457200" indent="-457200" algn="l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Object-oriented concepts (inheritance)</a:t>
            </a:r>
          </a:p>
        </p:txBody>
      </p:sp>
    </p:spTree>
    <p:extLst>
      <p:ext uri="{BB962C8B-B14F-4D97-AF65-F5344CB8AC3E}">
        <p14:creationId xmlns:p14="http://schemas.microsoft.com/office/powerpoint/2010/main" val="16604370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81000" y="228600"/>
            <a:ext cx="7772400" cy="1470025"/>
          </a:xfrm>
        </p:spPr>
        <p:txBody>
          <a:bodyPr>
            <a:norm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Architecture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7200" y="1600200"/>
            <a:ext cx="7696200" cy="4648200"/>
          </a:xfrm>
        </p:spPr>
        <p:txBody>
          <a:bodyPr>
            <a:noAutofit/>
          </a:bodyPr>
          <a:lstStyle/>
          <a:p>
            <a:pPr algn="l">
              <a:lnSpc>
                <a:spcPct val="150000"/>
              </a:lnSpc>
            </a:pPr>
            <a:r>
              <a:rPr lang="en-US" sz="1500" b="1" u="sng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Class GameMain.java: </a:t>
            </a:r>
          </a:p>
          <a:p>
            <a:pPr algn="l">
              <a:lnSpc>
                <a:spcPct val="150000"/>
              </a:lnSpc>
            </a:pPr>
            <a:r>
              <a:rPr lang="en-US" sz="15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Purpose: The entry point of the game.</a:t>
            </a:r>
          </a:p>
          <a:p>
            <a:pPr algn="l">
              <a:lnSpc>
                <a:spcPct val="150000"/>
              </a:lnSpc>
            </a:pPr>
            <a:r>
              <a:rPr lang="en-US" sz="15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Key Responsibilities:</a:t>
            </a:r>
          </a:p>
          <a:p>
            <a:pPr algn="l">
              <a:lnSpc>
                <a:spcPct val="150000"/>
              </a:lnSpc>
            </a:pPr>
            <a:r>
              <a:rPr lang="en-US" sz="15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 Initializes the game window (</a:t>
            </a:r>
            <a:r>
              <a:rPr lang="en-US" sz="15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JFrame</a:t>
            </a:r>
            <a:r>
              <a:rPr lang="en-US" sz="15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).</a:t>
            </a:r>
          </a:p>
          <a:p>
            <a:pPr algn="l">
              <a:lnSpc>
                <a:spcPct val="150000"/>
              </a:lnSpc>
            </a:pPr>
            <a:r>
              <a:rPr lang="en-US" sz="15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Sets up the game panel (</a:t>
            </a:r>
            <a:r>
              <a:rPr lang="en-US" sz="15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GamePlay</a:t>
            </a:r>
            <a:r>
              <a:rPr lang="en-US" sz="15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).</a:t>
            </a:r>
          </a:p>
          <a:p>
            <a:pPr algn="l">
              <a:lnSpc>
                <a:spcPct val="150000"/>
              </a:lnSpc>
            </a:pPr>
            <a:r>
              <a:rPr lang="en-US" sz="15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Controls the main game loop and window settings.</a:t>
            </a:r>
          </a:p>
          <a:p>
            <a:pPr algn="l">
              <a:lnSpc>
                <a:spcPct val="150000"/>
              </a:lnSpc>
            </a:pPr>
            <a:r>
              <a:rPr lang="en-US" sz="15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Key Methods:</a:t>
            </a:r>
          </a:p>
          <a:p>
            <a:pPr algn="l">
              <a:lnSpc>
                <a:spcPct val="150000"/>
              </a:lnSpc>
            </a:pPr>
            <a:r>
              <a:rPr lang="en-US" sz="15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sz="15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main(String[] </a:t>
            </a:r>
            <a:r>
              <a:rPr lang="en-US" sz="15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args</a:t>
            </a:r>
            <a:r>
              <a:rPr lang="en-US" sz="15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en-US" sz="15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 Starts the game by initializing the window.</a:t>
            </a:r>
          </a:p>
          <a:p>
            <a:pPr algn="l">
              <a:lnSpc>
                <a:spcPct val="150000"/>
              </a:lnSpc>
            </a:pPr>
            <a:r>
              <a:rPr lang="en-US" sz="15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sz="15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setupGameWindow</a:t>
            </a:r>
            <a:r>
              <a:rPr lang="en-US" sz="15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() - </a:t>
            </a:r>
            <a:r>
              <a:rPr lang="en-US" sz="15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Configures the </a:t>
            </a:r>
            <a:r>
              <a:rPr lang="en-US" sz="15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JFrame</a:t>
            </a:r>
            <a:r>
              <a:rPr lang="en-US" sz="15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settings.</a:t>
            </a:r>
          </a:p>
          <a:p>
            <a:endParaRPr lang="en-US" sz="1500" dirty="0"/>
          </a:p>
        </p:txBody>
      </p:sp>
    </p:spTree>
    <p:extLst>
      <p:ext uri="{BB962C8B-B14F-4D97-AF65-F5344CB8AC3E}">
        <p14:creationId xmlns:p14="http://schemas.microsoft.com/office/powerpoint/2010/main" val="262917687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8BC448-D15B-451E-BEEC-CBA5E444C4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514A3B-102E-A0B1-D178-D1B2FB18314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81000" y="228600"/>
            <a:ext cx="7772400" cy="1470025"/>
          </a:xfrm>
        </p:spPr>
        <p:txBody>
          <a:bodyPr>
            <a:norm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Architecture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B4C8AF2-23FF-19B8-11A8-D7B64E9E10A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57200" y="1600200"/>
            <a:ext cx="7696200" cy="4648200"/>
          </a:xfrm>
        </p:spPr>
        <p:txBody>
          <a:bodyPr>
            <a:noAutofit/>
          </a:bodyPr>
          <a:lstStyle/>
          <a:p>
            <a:pPr algn="l">
              <a:lnSpc>
                <a:spcPct val="150000"/>
              </a:lnSpc>
            </a:pPr>
            <a:r>
              <a:rPr lang="en-US" sz="1500" b="1" u="sng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Class </a:t>
            </a:r>
            <a:r>
              <a:rPr lang="en-IN" sz="1500" b="1" u="sng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MapGenerator</a:t>
            </a:r>
            <a:r>
              <a:rPr lang="en-US" sz="1500" b="1" u="sng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.java: </a:t>
            </a:r>
          </a:p>
          <a:p>
            <a:pPr algn="l">
              <a:lnSpc>
                <a:spcPct val="150000"/>
              </a:lnSpc>
            </a:pPr>
            <a:r>
              <a:rPr lang="en-US" sz="15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Purpose: Generates and manages the layout of the game bricks.</a:t>
            </a:r>
          </a:p>
          <a:p>
            <a:pPr algn="l">
              <a:lnSpc>
                <a:spcPct val="150000"/>
              </a:lnSpc>
            </a:pPr>
            <a:r>
              <a:rPr lang="en-US" sz="15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Key Responsibilities:</a:t>
            </a:r>
          </a:p>
          <a:p>
            <a:pPr algn="l">
              <a:lnSpc>
                <a:spcPct val="150000"/>
              </a:lnSpc>
            </a:pPr>
            <a:r>
              <a:rPr lang="en-US" sz="15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Creates a grid of bricks using a 2D array.</a:t>
            </a:r>
          </a:p>
          <a:p>
            <a:pPr algn="l">
              <a:lnSpc>
                <a:spcPct val="150000"/>
              </a:lnSpc>
            </a:pPr>
            <a:r>
              <a:rPr lang="en-US" sz="15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Handles brick destruction when the ball hits a brick.</a:t>
            </a:r>
          </a:p>
          <a:p>
            <a:pPr algn="l">
              <a:lnSpc>
                <a:spcPct val="150000"/>
              </a:lnSpc>
            </a:pPr>
            <a:r>
              <a:rPr lang="en-US" sz="15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Key Methods:</a:t>
            </a:r>
          </a:p>
          <a:p>
            <a:pPr algn="l">
              <a:lnSpc>
                <a:spcPct val="150000"/>
              </a:lnSpc>
            </a:pPr>
            <a:r>
              <a:rPr lang="en-US" sz="15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sz="15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generateMap</a:t>
            </a:r>
            <a:r>
              <a:rPr lang="en-US" sz="15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() </a:t>
            </a:r>
            <a:r>
              <a:rPr lang="en-US" sz="15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 Initializes the map with a set number of rows and columns of bricks.</a:t>
            </a:r>
          </a:p>
          <a:p>
            <a:pPr algn="l">
              <a:lnSpc>
                <a:spcPct val="150000"/>
              </a:lnSpc>
            </a:pPr>
            <a:r>
              <a:rPr lang="en-US" sz="15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sz="15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draw(Graphics g) </a:t>
            </a:r>
            <a:r>
              <a:rPr lang="en-US" sz="15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 Renders the bricks on the game screen.</a:t>
            </a:r>
          </a:p>
          <a:p>
            <a:pPr algn="l">
              <a:lnSpc>
                <a:spcPct val="150000"/>
              </a:lnSpc>
            </a:pPr>
            <a:r>
              <a:rPr lang="en-US" sz="15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sz="15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destroyBrick</a:t>
            </a:r>
            <a:r>
              <a:rPr lang="en-US" sz="15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(int row, int col) </a:t>
            </a:r>
            <a:r>
              <a:rPr lang="en-US" sz="15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 Marks a brick as destroyed when hit by the ball.</a:t>
            </a:r>
            <a:endParaRPr lang="en-US" sz="1500" dirty="0"/>
          </a:p>
        </p:txBody>
      </p:sp>
    </p:spTree>
    <p:extLst>
      <p:ext uri="{BB962C8B-B14F-4D97-AF65-F5344CB8AC3E}">
        <p14:creationId xmlns:p14="http://schemas.microsoft.com/office/powerpoint/2010/main" val="149467625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FE4D47-ECCF-D984-0FE7-1467FF3256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CD88A9-985D-5BEF-2B66-31EDCDB76DD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5800" y="381000"/>
            <a:ext cx="7772400" cy="1470025"/>
          </a:xfrm>
        </p:spPr>
        <p:txBody>
          <a:bodyPr>
            <a:norm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Architecture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2D87244-6EEE-F364-09C0-BFB37FAD6B4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81000" y="1600200"/>
            <a:ext cx="8610600" cy="4800600"/>
          </a:xfrm>
        </p:spPr>
        <p:txBody>
          <a:bodyPr>
            <a:normAutofit/>
          </a:bodyPr>
          <a:lstStyle/>
          <a:p>
            <a:pPr algn="l">
              <a:lnSpc>
                <a:spcPct val="150000"/>
              </a:lnSpc>
            </a:pPr>
            <a:r>
              <a:rPr lang="en-US" sz="1500" b="1" u="sng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Class </a:t>
            </a:r>
            <a:r>
              <a:rPr lang="en-IN" sz="1500" b="1" u="sng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GamePlay.java</a:t>
            </a:r>
            <a:r>
              <a:rPr lang="en-US" sz="1500" b="1" u="sng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algn="l">
              <a:lnSpc>
                <a:spcPct val="150000"/>
              </a:lnSpc>
            </a:pPr>
            <a:r>
              <a:rPr lang="en-US" sz="15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Purpose: The heart of the game logic.</a:t>
            </a:r>
          </a:p>
          <a:p>
            <a:pPr algn="l">
              <a:lnSpc>
                <a:spcPct val="150000"/>
              </a:lnSpc>
            </a:pPr>
            <a:r>
              <a:rPr lang="en-US" sz="15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Key Responsibilities:</a:t>
            </a:r>
          </a:p>
          <a:p>
            <a:pPr algn="l">
              <a:lnSpc>
                <a:spcPct val="150000"/>
              </a:lnSpc>
            </a:pPr>
            <a:r>
              <a:rPr lang="en-US" sz="15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Handles all gameplay features including ball movement, paddle control, brick collisions, scoring, and win/loss conditions.</a:t>
            </a:r>
          </a:p>
          <a:p>
            <a:pPr algn="l">
              <a:lnSpc>
                <a:spcPct val="150000"/>
              </a:lnSpc>
            </a:pPr>
            <a:r>
              <a:rPr lang="en-US" sz="15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Continuously updates the game state.</a:t>
            </a:r>
          </a:p>
          <a:p>
            <a:pPr algn="l">
              <a:lnSpc>
                <a:spcPct val="150000"/>
              </a:lnSpc>
            </a:pPr>
            <a:r>
              <a:rPr lang="en-US" sz="15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Key Methods:</a:t>
            </a:r>
          </a:p>
          <a:p>
            <a:pPr algn="l">
              <a:lnSpc>
                <a:spcPct val="150000"/>
              </a:lnSpc>
            </a:pPr>
            <a:r>
              <a:rPr lang="en-US" sz="15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sz="15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paintComponent</a:t>
            </a:r>
            <a:r>
              <a:rPr lang="en-US" sz="15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(Graphics g) </a:t>
            </a:r>
            <a:r>
              <a:rPr lang="en-US" sz="15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 Draws the game elements (ball, paddle, bricks) on the screen.</a:t>
            </a:r>
          </a:p>
          <a:p>
            <a:pPr algn="l">
              <a:lnSpc>
                <a:spcPct val="150000"/>
              </a:lnSpc>
            </a:pPr>
            <a:r>
              <a:rPr lang="en-US" sz="15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sz="15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moveBall</a:t>
            </a:r>
            <a:r>
              <a:rPr lang="en-US" sz="15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() </a:t>
            </a:r>
            <a:r>
              <a:rPr lang="en-US" sz="15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 Updates the ball's position and checks for collisions.</a:t>
            </a:r>
          </a:p>
          <a:p>
            <a:pPr algn="l">
              <a:lnSpc>
                <a:spcPct val="150000"/>
              </a:lnSpc>
            </a:pPr>
            <a:r>
              <a:rPr lang="en-US" sz="15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sz="15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keyPressed</a:t>
            </a:r>
            <a:r>
              <a:rPr lang="en-US" sz="15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15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KeyEvent</a:t>
            </a:r>
            <a:r>
              <a:rPr lang="en-US" sz="15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e) </a:t>
            </a:r>
            <a:r>
              <a:rPr lang="en-US" sz="15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 Handles paddle movement based on user input.</a:t>
            </a:r>
          </a:p>
          <a:p>
            <a:pPr algn="l">
              <a:lnSpc>
                <a:spcPct val="150000"/>
              </a:lnSpc>
            </a:pPr>
            <a:r>
              <a:rPr lang="en-US" sz="15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sz="15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checkCollisions</a:t>
            </a:r>
            <a:r>
              <a:rPr lang="en-US" sz="15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() - </a:t>
            </a:r>
            <a:r>
              <a:rPr lang="en-US" sz="15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Detects collisions between the ball, paddle, and bricks.</a:t>
            </a:r>
          </a:p>
        </p:txBody>
      </p:sp>
    </p:spTree>
    <p:extLst>
      <p:ext uri="{BB962C8B-B14F-4D97-AF65-F5344CB8AC3E}">
        <p14:creationId xmlns:p14="http://schemas.microsoft.com/office/powerpoint/2010/main" val="97123784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381000"/>
            <a:ext cx="7772400" cy="1470025"/>
          </a:xfrm>
        </p:spPr>
        <p:txBody>
          <a:bodyPr>
            <a:norm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Features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23900" y="1752600"/>
            <a:ext cx="7696200" cy="4648200"/>
          </a:xfrm>
        </p:spPr>
        <p:txBody>
          <a:bodyPr>
            <a:normAutofit/>
          </a:bodyPr>
          <a:lstStyle/>
          <a:p>
            <a:pPr algn="l">
              <a:lnSpc>
                <a:spcPct val="150000"/>
              </a:lnSpc>
            </a:pPr>
            <a:r>
              <a:rPr 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 Interactive Paddle Control</a:t>
            </a:r>
          </a:p>
          <a:p>
            <a:pPr algn="l">
              <a:lnSpc>
                <a:spcPct val="150000"/>
              </a:lnSpc>
            </a:pPr>
            <a:r>
              <a:rPr 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 Dynamic Brick Layout</a:t>
            </a:r>
          </a:p>
          <a:p>
            <a:pPr algn="l">
              <a:lnSpc>
                <a:spcPct val="150000"/>
              </a:lnSpc>
            </a:pPr>
            <a:r>
              <a:rPr 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3. Collision Detection Logic</a:t>
            </a:r>
          </a:p>
          <a:p>
            <a:pPr algn="l">
              <a:lnSpc>
                <a:spcPct val="150000"/>
              </a:lnSpc>
            </a:pPr>
            <a:r>
              <a:rPr 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4. Win/Loss Restart</a:t>
            </a:r>
          </a:p>
        </p:txBody>
      </p:sp>
    </p:spTree>
    <p:extLst>
      <p:ext uri="{BB962C8B-B14F-4D97-AF65-F5344CB8AC3E}">
        <p14:creationId xmlns:p14="http://schemas.microsoft.com/office/powerpoint/2010/main" val="77208226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381000"/>
            <a:ext cx="7772400" cy="1470025"/>
          </a:xfrm>
        </p:spPr>
        <p:txBody>
          <a:bodyPr>
            <a:norm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Code Snippets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23900" y="1752600"/>
            <a:ext cx="7696200" cy="4648200"/>
          </a:xfrm>
        </p:spPr>
        <p:txBody>
          <a:bodyPr>
            <a:normAutofit/>
          </a:bodyPr>
          <a:lstStyle/>
          <a:p>
            <a:pPr algn="l"/>
            <a:r>
              <a:rPr lang="en-US" sz="2200" b="1" u="sng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GameMain.java - main method</a:t>
            </a:r>
            <a:r>
              <a:rPr 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algn="l"/>
            <a:endParaRPr lang="en-US" sz="2200" b="1" u="sng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endParaRPr lang="en-US" sz="2200" b="1" u="sng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5A17D73-8B06-930D-58AD-1CB6FF6380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47800" y="2419118"/>
            <a:ext cx="6077798" cy="33151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099981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33400" y="206375"/>
            <a:ext cx="7772400" cy="1470025"/>
          </a:xfrm>
        </p:spPr>
        <p:txBody>
          <a:bodyPr>
            <a:norm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 Demo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23900" y="1752600"/>
            <a:ext cx="7696200" cy="4648200"/>
          </a:xfrm>
        </p:spPr>
        <p:txBody>
          <a:bodyPr>
            <a:normAutofit/>
          </a:bodyPr>
          <a:lstStyle/>
          <a:p>
            <a:pPr algn="l">
              <a:lnSpc>
                <a:spcPct val="150000"/>
              </a:lnSpc>
            </a:pPr>
            <a:endParaRPr lang="en-US" sz="2800" b="1" u="sng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lnSpc>
                <a:spcPct val="150000"/>
              </a:lnSpc>
            </a:pPr>
            <a:endParaRPr lang="en-US" sz="2800" b="1" u="sng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endParaRPr lang="en-US" sz="2800" dirty="0"/>
          </a:p>
          <a:p>
            <a:pPr algn="l"/>
            <a:endParaRPr lang="en-US" sz="2800" b="1" u="sng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47AFDF6-C299-5EF5-04F5-5FF496D6B94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344145"/>
            <a:ext cx="2902892" cy="250750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AE2BFC6-1DA7-5C39-A747-622A8EE96025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02910" y="1326541"/>
            <a:ext cx="2902892" cy="250750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81196CC-BECD-7380-7DF5-7E35C5EF6DBD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20554" y="3969497"/>
            <a:ext cx="2902891" cy="25075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442691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381000"/>
            <a:ext cx="7772400" cy="1470025"/>
          </a:xfrm>
        </p:spPr>
        <p:txBody>
          <a:bodyPr>
            <a:norm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Learning Outcomes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23900" y="1752600"/>
            <a:ext cx="7696200" cy="4648200"/>
          </a:xfrm>
        </p:spPr>
        <p:txBody>
          <a:bodyPr>
            <a:normAutofit/>
          </a:bodyPr>
          <a:lstStyle/>
          <a:p>
            <a:pPr algn="l">
              <a:lnSpc>
                <a:spcPct val="150000"/>
              </a:lnSpc>
            </a:pPr>
            <a:r>
              <a:rPr lang="en-US" sz="2800" b="1" u="sng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Improved understanding of:</a:t>
            </a:r>
          </a:p>
          <a:p>
            <a:pPr algn="l">
              <a:lnSpc>
                <a:spcPct val="150000"/>
              </a:lnSpc>
            </a:pPr>
            <a:r>
              <a:rPr 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 Java syntax and control structures</a:t>
            </a:r>
          </a:p>
          <a:p>
            <a:pPr algn="l">
              <a:lnSpc>
                <a:spcPct val="150000"/>
              </a:lnSpc>
            </a:pPr>
            <a:r>
              <a:rPr 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 Object-oriented design</a:t>
            </a:r>
          </a:p>
          <a:p>
            <a:pPr algn="l">
              <a:lnSpc>
                <a:spcPct val="150000"/>
              </a:lnSpc>
            </a:pPr>
            <a:r>
              <a:rPr 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 Real-world application logic</a:t>
            </a:r>
          </a:p>
          <a:p>
            <a:pPr algn="l"/>
            <a:endParaRPr lang="en-US" sz="2800" dirty="0"/>
          </a:p>
          <a:p>
            <a:pPr algn="l"/>
            <a:endParaRPr lang="en-US" sz="2800" b="1" u="sng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9403530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381000"/>
            <a:ext cx="7772400" cy="1470025"/>
          </a:xfrm>
        </p:spPr>
        <p:txBody>
          <a:bodyPr>
            <a:norm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Enhancements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23900" y="1752600"/>
            <a:ext cx="7696200" cy="4648200"/>
          </a:xfrm>
        </p:spPr>
        <p:txBody>
          <a:bodyPr>
            <a:normAutofit/>
          </a:bodyPr>
          <a:lstStyle/>
          <a:p>
            <a:pPr algn="l">
              <a:lnSpc>
                <a:spcPct val="150000"/>
              </a:lnSpc>
            </a:pPr>
            <a:r>
              <a:rPr 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 Multiple Difficulty Levels</a:t>
            </a:r>
          </a:p>
          <a:p>
            <a:pPr algn="l">
              <a:lnSpc>
                <a:spcPct val="150000"/>
              </a:lnSpc>
            </a:pPr>
            <a:r>
              <a:rPr 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 Power-ups &amp; Special Items</a:t>
            </a:r>
          </a:p>
          <a:p>
            <a:pPr algn="l">
              <a:lnSpc>
                <a:spcPct val="150000"/>
              </a:lnSpc>
            </a:pPr>
            <a:r>
              <a:rPr 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3. Enhanced Graphics &amp; Animations</a:t>
            </a:r>
          </a:p>
          <a:p>
            <a:pPr algn="l">
              <a:lnSpc>
                <a:spcPct val="150000"/>
              </a:lnSpc>
            </a:pPr>
            <a:r>
              <a:rPr 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4. Leaderboard &amp; Scoring System</a:t>
            </a:r>
          </a:p>
        </p:txBody>
      </p:sp>
    </p:spTree>
    <p:extLst>
      <p:ext uri="{BB962C8B-B14F-4D97-AF65-F5344CB8AC3E}">
        <p14:creationId xmlns:p14="http://schemas.microsoft.com/office/powerpoint/2010/main" val="359430238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381000"/>
            <a:ext cx="7772400" cy="1470025"/>
          </a:xfrm>
        </p:spPr>
        <p:txBody>
          <a:bodyPr>
            <a:norm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23900" y="1752600"/>
            <a:ext cx="7696200" cy="4648200"/>
          </a:xfrm>
        </p:spPr>
        <p:txBody>
          <a:bodyPr>
            <a:normAutofit/>
          </a:bodyPr>
          <a:lstStyle/>
          <a:p>
            <a:pPr algn="l">
              <a:lnSpc>
                <a:spcPct val="150000"/>
              </a:lnSpc>
            </a:pPr>
            <a:r>
              <a:rPr 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 A simple project with powerful impact for Java learners.</a:t>
            </a:r>
          </a:p>
          <a:p>
            <a:pPr algn="l">
              <a:lnSpc>
                <a:spcPct val="150000"/>
              </a:lnSpc>
            </a:pPr>
            <a:r>
              <a:rPr 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 Demonstrates the power of object-oriented programming in real applications.</a:t>
            </a:r>
          </a:p>
          <a:p>
            <a:pPr algn="l"/>
            <a:endParaRPr lang="en-US" sz="2800" dirty="0"/>
          </a:p>
          <a:p>
            <a:pPr algn="l"/>
            <a:endParaRPr lang="en-US" sz="2800" b="1" u="sng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6894783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145</TotalTime>
  <Words>492</Words>
  <Application>Microsoft Office PowerPoint</Application>
  <PresentationFormat>On-screen Show (4:3)</PresentationFormat>
  <Paragraphs>82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Arial</vt:lpstr>
      <vt:lpstr>Calibri</vt:lpstr>
      <vt:lpstr>Times New Roman</vt:lpstr>
      <vt:lpstr>Wingdings</vt:lpstr>
      <vt:lpstr>Office Theme</vt:lpstr>
      <vt:lpstr>Brick Breaker Game in Java</vt:lpstr>
      <vt:lpstr>Project Overview</vt:lpstr>
      <vt:lpstr>Objectives</vt:lpstr>
      <vt:lpstr>Project Architecture</vt:lpstr>
      <vt:lpstr>Project Architecture</vt:lpstr>
      <vt:lpstr>Project Architecture</vt:lpstr>
      <vt:lpstr>Key Features</vt:lpstr>
      <vt:lpstr>Code Snippets</vt:lpstr>
      <vt:lpstr>Output Demo</vt:lpstr>
      <vt:lpstr>Learning Outcomes</vt:lpstr>
      <vt:lpstr>Future Enhancements</vt:lpstr>
      <vt:lpstr>Conclusion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Simple Banking Application</dc:title>
  <dc:creator>Nithishkumar S</dc:creator>
  <cp:keywords>BrickBreakerGame</cp:keywords>
  <cp:lastModifiedBy>Nithish Kumar</cp:lastModifiedBy>
  <cp:revision>7</cp:revision>
  <dcterms:created xsi:type="dcterms:W3CDTF">2025-04-23T07:16:57Z</dcterms:created>
  <dcterms:modified xsi:type="dcterms:W3CDTF">2025-05-03T11:55:37Z</dcterms:modified>
</cp:coreProperties>
</file>